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참여 단계 수</c:v>
                </c:pt>
              </c:strCache>
            </c:strRef>
          </c:tx>
          <c:spPr>
            <a:solidFill>
              <a:srgbClr val="C9CDD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7B4-42D4-8602-25A795BF97A9}"/>
              </c:ext>
            </c:extLst>
          </c:dPt>
          <c:dPt>
            <c:idx val="1"/>
            <c:invertIfNegative val="0"/>
            <c:bubble3D val="0"/>
            <c:spPr>
              <a:solidFill>
                <a:srgbClr val="0B7A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7B4-42D4-8602-25A795BF97A9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C1F2A"/>
                    </a:solidFill>
                    <a:latin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AS-IS 게시판형 리뷰(추정)</c:v>
                </c:pt>
                <c:pt idx="1">
                  <c:v>TO-BE 원터치 반응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7B4-42D4-8602-25A795BF97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072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925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안녕하세요, 총무팀 김신입니다. 제가 만든 서비스는 '맛따라 멋따라'입니다.</a:t>
            </a:r>
          </a:p>
          <a:p/>
          <a:p>
            <a:r>
              <a:t>KPR은 점심시간이 90분입니다. 좋은 복지인데, 막상 '오늘 어디 가지?'는 다들 각자 포털에서 검색해서 정합니다. 그러다 보니 동료들이 실제로 다시 가는 좋은 곳에 대한 정보는 회사에 남지 않았습니다.</a:t>
            </a:r>
          </a:p>
          <a:p/>
          <a:p>
            <a:r>
              <a:t>맛따라 멋따라는 이 정보를 동료들의 검증 데이터로 모으고, 90분을 밥과 커피로 온전히 채우도록 돕는 서비스입니다. 이미 실서비스로 배포되어 있으니, 오른쪽 QR코드로 지금 바로 들어와 보셔도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문제는 세 가지였습니다.</a:t>
            </a:r>
          </a:p>
          <a:p>
            <a:r>
              <a:t>첫째, 탐색 피로입니다. KPR은 점심이 90분으로 넉넉하지만, 포털을 열면 광고성 정보가 너무 많아서 '오늘 어디 가지?'를 정하는 데만 매일 꽤 시간이 듭니다. 제 체감으로는 15분 안팎입니다.</a:t>
            </a:r>
          </a:p>
          <a:p>
            <a:r>
              <a:t>둘째, 동선 단절입니다. 밥집 따로, 카페 따로 각자 찾다 보니 길에서 시간을 보내고, 결국 회사 앞 익숙한 곳만 계속 가게 됩니다.</a:t>
            </a:r>
          </a:p>
          <a:p>
            <a:r>
              <a:t>셋째, 지식 파편화입니다. 동료들이 실제로 다시 가는 찐 맛집 정보는 팀 안에서만 돌고, 회사 차원의 데이터로는 쌓이지 않습니다.</a:t>
            </a:r>
          </a:p>
          <a:p/>
          <a:p>
            <a:r>
              <a:t>그래서 세 가지로 풀었습니다.</a:t>
            </a:r>
          </a:p>
          <a:p>
            <a:r>
              <a:t>첫째, 로그인 없이 버튼 한 번으로 '또 갈래요 / 굳이'를 남기게 해서, 광고가 아닌 동료들의 실제 재방문 의향을 모읍니다.</a:t>
            </a:r>
          </a:p>
          <a:p>
            <a:r>
              <a:t>둘째, 점심은 맛따라, 카페는 멋따라로 나누고, 든든한 점심·가벼운 점심·힙지로 트렌드처럼 상황별로 골라 볼 수 있게 했습니다.</a:t>
            </a:r>
          </a:p>
          <a:p>
            <a:r>
              <a:t>셋째, 밥집과 가까운 카페를 한 코스로 묶어 추천하고, 예상 소요 시간을 계산해서 1시까지 복귀 여유가 얼마나 되는지 알려드립니다. 90분을 밥만 먹고 끝내지 않도록요.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저는 개발자가 아닙니다. 4주 동안 Claude를 개발 파트너 삼아 혼자 만들었습니다.</a:t>
            </a:r>
          </a:p>
          <a:p/>
          <a:p>
            <a:r>
              <a:t>1주차에는 점심과 카페를 찾는 과정에서 무엇이 불편한지 문제를 정의하고, 사내 기존 추천 서비스를 살펴본 뒤 DB 구조를 잡았습니다.</a:t>
            </a:r>
          </a:p>
          <a:p>
            <a:r>
              <a:t>2주차에는 카카오 API로 실제 장소를 모으고, 처음 모바일 형태였던 화면을 회사 PC에서 쓰기 좋은 데스크톱 포털로 바꿨습니다.</a:t>
            </a:r>
          </a:p>
          <a:p>
            <a:r>
              <a:t>3주차에는 사내 보안과 개인정보를 고려해 로그인을 아예 없애고, 완전 익명 1초 투표 방식으로 바꿨습니다.</a:t>
            </a:r>
          </a:p>
          <a:p>
            <a:r>
              <a:t>4주차에는 실배포 후 '투표 숫자가 새로고침하면 사라지는' 버그를 만났습니다. 화면과 캐시를 차례로 의심한 끝에, 서버 로그에서 예전 DB 설계에 남아 있던 제약조건이 원인이라는 걸 찾아 해결했고, 같은 사람이 반복해서 누르는 중복 투표도 막았습니다.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기대 효과는 부풀리지 않고 말씀드리겠습니다. 솔직히 아직 실사용 데이터는 많지 않습니다. 대신 사내에 배포하는 순간부터 효과를 측정할 준비는 되어 있습니다.</a:t>
            </a:r>
          </a:p>
          <a:p/>
          <a:p>
            <a:r>
              <a:t>참여는 로그인 없이 1초면 되고, 투표, 꿀팁, 추천 채택 기록 세 가지 데이터가 이미 자동으로 쌓이고 있습니다. 그리고 지금 실서비스에는 회사 도보권 식당 50곳 이상이 등록되어 있습니다.</a:t>
            </a:r>
          </a:p>
          <a:p/>
          <a:p>
            <a:r>
              <a:t>앞에서 말씀드린 세 가지 문제에 맞춰 확인하겠습니다. 탐색 피로는 투표와 꿀팁이 얼마나 쌓이는지로, 동선 단절은 밥+카페 코스 추천이 실제로 채택되는지로, 지식 파편화는 꿀팁을 남긴 소속팀이 얼마나 다양한지로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확장은 작고 현실적인 단계로 가겠습니다.</a:t>
            </a:r>
          </a:p>
          <a:p>
            <a:r>
              <a:t>10월에는 사내 공지와 함께, 사내 AI 챗봇을 모아둔 공간에 등록해서 전사에 공식 배포하고, 첫 달 동안 참여가 어떻게 늘어나는지 지켜보겠습니다.</a:t>
            </a:r>
          </a:p>
          <a:p>
            <a:r>
              <a:t>11~12월에는 쌓인 투표와 꿀팁을 랭킹과 추천에 반영하고, 아직 좌표가 없는 장소들을 보완해서 밥집과 카페 사이의 실제 거리로 코스를 짜도록 다듬겠습니다.</a:t>
            </a:r>
          </a:p>
          <a:p>
            <a:r>
              <a:t>내년 1분기부터는 사내 AI 챗봇 모음 공간에서 대화로 90분 코스를 추천받는 챗봇 버전을 검토하겠습니다.</a:t>
            </a:r>
          </a:p>
          <a:p/>
          <a:p>
            <a:r>
              <a:t>운영은 제가 혼자 맡습니다. 총무팀이 IT 업무를 함께 하고 있어서, 개발과 데이터 관리, 운영까지 별도 인력 없이 직접 할 수 있습니다. 초기 데이터도 제가 직접 채우겠습니다. 무엇보다 필요한 건 동료 여러분의 참여입니다.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EEA7D1AA-7207-65FD-AD35-37F5D5C96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7347" y="5294"/>
            <a:ext cx="1452154" cy="134913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9674352" y="6263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KPR 사내 AI 해커톤 · 제출 기획서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7452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맛따라 멋따라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85292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7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KPR 임직원을 위한 사내 맛집·카페 큐레이션 플랫폼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364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KPR의 90분 점심을 밥과 커피로 온전히 채우고</a:t>
            </a:r>
            <a:r>
              <a:rPr lang="en-US" sz="1400">
                <a:solidFill>
                  <a:srgbClr val="5A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동료들이 각자 검색하던 맛집 정보를 </a:t>
            </a:r>
            <a:r>
              <a:rPr lang="en-US" sz="1400" dirty="0">
                <a:solidFill>
                  <a:srgbClr val="5A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회사의 검증 데이터로 모읍니다.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617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8A8FA0"/>
                </a:solidFill>
                <a:latin typeface="Malgun Gothic" pitchFamily="34" charset="0"/>
                <a:ea typeface="Malgun Gothic" pitchFamily="34" charset="-122"/>
              </a:rPr>
              <a:t>참가자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8737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50" b="1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</a:rPr>
              <a:t>김  신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401568" y="4617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소속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401568" y="48737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50" b="1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경영지원실</a:t>
            </a:r>
            <a:r>
              <a:rPr lang="en-US" altLang="ko-KR" sz="1250" b="1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r>
              <a:rPr lang="ko-KR" altLang="en-US" sz="1250" b="1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총무팀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117336" y="4617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실서비스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117336" y="48737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50" b="1" dirty="0" err="1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matdda-app.vercel.app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833104" y="4617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기간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833104" y="48737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r>
              <a:rPr lang="en-US" sz="1250" b="1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09. 01 ~ 09</a:t>
            </a:r>
            <a:r>
              <a:rPr lang="en-US" sz="1250" b="1" dirty="0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30</a:t>
            </a:r>
            <a:endParaRPr lang="en-US" sz="1250" dirty="0"/>
          </a:p>
        </p:txBody>
      </p:sp>
      <p:pic>
        <p:nvPicPr>
          <p:cNvPr id="19" name="Picture 18" descr="qr_matd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2181" y="1367269"/>
            <a:ext cx="1417320" cy="141732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17B0D2C-9834-B40E-88C8-4DA9F57B26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3525" y="477883"/>
            <a:ext cx="2244634" cy="22446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설명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263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KPR 사내 AI 해커톤 · 제출 기획서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74352" y="6263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7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문제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116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90분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KPR의 점심시간 — 그런데 고르고 찾아다니는 데 새고 있음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33756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spcAft>
                <a:spcPts val="1000"/>
              </a:spcAft>
              <a:buNone/>
            </a:pPr>
            <a:r>
              <a:rPr lang="en-US" sz="1150">
                <a:solidFill>
                  <a:srgbClr val="5A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 피로: 포털엔 광고성 정보가 넘쳐, "오늘 어디 가지?" 결정에만 매일 15분 안팎(체감)을 씀</a:t>
            </a:r>
            <a:endParaRPr lang="en-US" sz="1150"/>
          </a:p>
          <a:p>
            <a:pPr marL="0" indent="0">
              <a:lnSpc>
                <a:spcPts val="1700"/>
              </a:lnSpc>
              <a:spcAft>
                <a:spcPts val="1000"/>
              </a:spcAft>
              <a:buNone/>
            </a:pPr>
            <a:r>
              <a:rPr lang="en-US" sz="1150">
                <a:solidFill>
                  <a:srgbClr val="5A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동선 단절: 밥집 따로, 카페 따로 찾다 보니 길에서 시간을 보내고, 결국 회사 앞 익숙한 곳만 맴돎</a:t>
            </a:r>
            <a:endParaRPr lang="en-US" sz="1150"/>
          </a:p>
          <a:p>
            <a:pPr marL="0" indent="0">
              <a:lnSpc>
                <a:spcPts val="1700"/>
              </a:lnSpc>
              <a:spcAft>
                <a:spcPts val="1000"/>
              </a:spcAft>
              <a:buNone/>
            </a:pPr>
            <a:r>
              <a:rPr lang="en-US" sz="1150">
                <a:solidFill>
                  <a:srgbClr val="5A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파편화: 동료들이 실제로 재방문하는 찐 맛집·카페 정보가 팀별로만 흩어져 회사 데이터로 쌓이지 않음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349240" y="169164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7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169164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 원터치 반응으로 사내 검증 데이터 축적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020824"/>
            <a:ext cx="5577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로그인·개인정보 입력 없이 [🔥 또 갈래요] [🤔 굳이] 한 번으로 동료들의 재방문 의향이 쌓임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278892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7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278892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맛따라·멋따라 상황별 실속 큐레이션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3118104"/>
            <a:ext cx="5577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점심(맛따라)은 든든한·가벼운·힙지로 트렌드로, 카페(멋따라)는 힙플레이스·모바일워킹으로 나눠 보여줌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38862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7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388620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90분을 꽉 채우는 밥+연계 카페 코스 추천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4215384"/>
            <a:ext cx="5577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밥집과 도보 거리가 비슷한 카페를 한 코스로 묶고, 예상 소요 시간으로 1시 복귀 여유까지 계산해줌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166360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대상   </a:t>
            </a:r>
            <a:r>
              <a:rPr lang="en-US" sz="1150" dirty="0">
                <a:solidFill>
                  <a:srgbClr val="5A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KPR 전 임직원 / 회사 도보권 식당 50곳 이상 + 카페</a:t>
            </a:r>
            <a:endParaRPr lang="en-US" sz="115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80A88640-E2FF-60EA-71CD-AACF768713E7}"/>
              </a:ext>
            </a:extLst>
          </p:cNvPr>
          <p:cNvSpPr txBox="1"/>
          <p:nvPr/>
        </p:nvSpPr>
        <p:spPr>
          <a:xfrm>
            <a:off x="8759952" y="548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과정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263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KPR 사내 AI 해커톤 · 제출 기획서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74352" y="6263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7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3113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88336"/>
            <a:ext cx="2487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점심·카페 탐색 과정의 문제 정의, 사내 기존 추천 서비스 분석, DB 구조 설계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447288" y="19202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7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223113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47288" y="2688336"/>
            <a:ext cx="2487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API로 실제 장소 수집, 모바일 화면을 PC 데스크톱 전용 포털 레이아웃으로 전환, 조건 추천 화면 구축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208776" y="19202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7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223113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08776" y="2688336"/>
            <a:ext cx="2487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보안·개인정보를 고려해 로그인을 없애고 완전 익명 1초 투표로 전환, 주간 랭킹·가챠 등 참여 기능 추가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970264" y="19202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7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4주차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223113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970264" y="2688336"/>
            <a:ext cx="2487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실배포 후 "투표가 저장되지 않는" 버그를 3단계로 추적해 해결, 중복 투표 방지 적용, 장소 데이터 정예화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4160520"/>
            <a:ext cx="10817352" cy="0"/>
          </a:xfrm>
          <a:prstGeom prst="line">
            <a:avLst/>
          </a:prstGeom>
          <a:noFill/>
          <a:ln w="12700">
            <a:solidFill>
              <a:srgbClr val="D9DC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685800" y="4389120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도구   </a:t>
            </a:r>
            <a:r>
              <a:rPr lang="en-US" sz="1150" dirty="0">
                <a:solidFill>
                  <a:srgbClr val="5A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· Neon PostgreSQL · Vercel(Blob·배포) · 카카오 로컬 API · Pretendard 웹폰트 · Claude(1인 개발 파트너)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754880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시행착오   </a:t>
            </a:r>
            <a:r>
              <a:rPr lang="en-US" sz="1150" dirty="0">
                <a:solidFill>
                  <a:srgbClr val="5A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투표 숫자가 새로고침하면 사라지는 버그 — 화면·캐시를 차례로 의심한 끝에, 서버 로그에서 옛 DB의 NOT NULL 제약을 찾아 해결했습니다.</a:t>
            </a:r>
            <a:endParaRPr lang="en-US" sz="1150" dirty="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75AB3821-8400-5265-5094-47B03311F391}"/>
              </a:ext>
            </a:extLst>
          </p:cNvPr>
          <p:cNvSpPr txBox="1"/>
          <p:nvPr/>
        </p:nvSpPr>
        <p:spPr>
          <a:xfrm>
            <a:off x="8759952" y="548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263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KPR 사내 AI 해커톤 · 제출 기획서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74352" y="6263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7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없이 버튼 한 번 — 참여 장벽을 최소화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164592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3종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자동으로 쌓이는 데이터 — 투표·꿀팁·추천 채택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164592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50곳+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7909560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실서비스에 등록된 회사 도보권 식당 (카페 별도)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참여까지 필요한 단계 수 (설계 비교)</a:t>
            </a:r>
            <a:endParaRPr lang="en-US" sz="11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548640" y="3364992"/>
          <a:ext cx="484632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6035040" y="3063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기대하는 변화 — 실배포 완료, 사내 배포 즉시 측정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035040" y="342900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spcAft>
                <a:spcPts val="1100"/>
              </a:spcAft>
              <a:buNone/>
            </a:pPr>
            <a:r>
              <a:rPr lang="en-US" sz="1150" dirty="0">
                <a:solidFill>
                  <a:srgbClr val="5A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 피로 → 동료 검증 정보: 투표·꿀팁 누적 수와 참여 추이로 확인</a:t>
            </a:r>
            <a:endParaRPr lang="en-US" sz="1150" dirty="0"/>
          </a:p>
          <a:p>
            <a:pPr marL="0" indent="0">
              <a:lnSpc>
                <a:spcPts val="1700"/>
              </a:lnSpc>
              <a:spcAft>
                <a:spcPts val="1100"/>
              </a:spcAft>
              <a:buNone/>
            </a:pPr>
            <a:r>
              <a:rPr lang="en-US" sz="1150" dirty="0">
                <a:solidFill>
                  <a:srgbClr val="5A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동선 단절 → 밥+카페 코스: 코스 추천 채택 기록으로 실제 이용 여부를 확인</a:t>
            </a:r>
            <a:endParaRPr lang="en-US" sz="1150" dirty="0"/>
          </a:p>
          <a:p>
            <a:pPr marL="0" indent="0">
              <a:lnSpc>
                <a:spcPts val="1700"/>
              </a:lnSpc>
              <a:spcAft>
                <a:spcPts val="1100"/>
              </a:spcAft>
              <a:buNone/>
            </a:pPr>
            <a:r>
              <a:rPr lang="en-US" sz="1150" dirty="0">
                <a:solidFill>
                  <a:srgbClr val="5A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파편화 → 회사 데이터: 꿀팁 작성 소속팀 분포로 여러 팀의 참여를 확인</a:t>
            </a:r>
            <a:endParaRPr lang="en-US" sz="115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FC0B74E3-4C48-5F01-B1FD-F1105974DBF9}"/>
              </a:ext>
            </a:extLst>
          </p:cNvPr>
          <p:cNvSpPr txBox="1"/>
          <p:nvPr/>
        </p:nvSpPr>
        <p:spPr>
          <a:xfrm>
            <a:off x="8759952" y="548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계획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263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KPR 사내 AI 해커톤 · 제출 기획서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74352" y="6263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B7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2026. 10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49424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공식 배포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2491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공지 + 사내 AI 챗봇 모음 공간에 등록해 전사 배포, 첫 달 참여 추이 확인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B7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11 ~ 12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2249424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 추천 정교화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272491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쌓인 투표·꿀팁을 랭킹·추천에 반영, 장소 좌표를 보완해 밥집-카페 실제 거리 계산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B7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960120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2027. 1분기 ~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001000" y="2249424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AI 챗봇 연동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001000" y="272491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0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AI 챗봇 모음 공간에서 대화로 90분 코스를 추천받는 챗봇 버전 검토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3950208"/>
            <a:ext cx="10817352" cy="0"/>
          </a:xfrm>
          <a:prstGeom prst="line">
            <a:avLst/>
          </a:prstGeom>
          <a:noFill/>
          <a:ln w="12700">
            <a:solidFill>
              <a:srgbClr val="D9DC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685800" y="4178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확장에 필요한 조건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544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4800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동료들의 꾸준한 투표·꿀팁 참여 (초기 데이터는 운영자가 직접 채움)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343400" y="4544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4800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공지 게시 · AI 챗봇 모음 공간 등록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001000" y="4544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001000" y="4800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C1F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 운영 — 개발·데이터 관리·운영 모두 직접 담당 (총무팀 IT 겸임)</a:t>
            </a:r>
            <a:endParaRPr lang="en-US" sz="1150" dirty="0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51AE4C8C-6E3E-C32A-7A6E-97AA4FF629BC}"/>
              </a:ext>
            </a:extLst>
          </p:cNvPr>
          <p:cNvSpPr txBox="1"/>
          <p:nvPr/>
        </p:nvSpPr>
        <p:spPr>
          <a:xfrm>
            <a:off x="8759952" y="548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1105</Words>
  <Application>Microsoft Office PowerPoint</Application>
  <PresentationFormat>와이드스크린</PresentationFormat>
  <Paragraphs>121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KPR 사내 AI 해커톤 제출 기획서 샘플</dc:title>
  <dc:subject>PptxGenJS Presentation</dc:subject>
  <dc:creator>KPR</dc:creator>
  <cp:lastModifiedBy>김 신(Shin kim)</cp:lastModifiedBy>
  <cp:revision>4</cp:revision>
  <dcterms:created xsi:type="dcterms:W3CDTF">2026-09-22T00:42:07Z</dcterms:created>
  <dcterms:modified xsi:type="dcterms:W3CDTF">2026-09-28T07:52:27Z</dcterms:modified>
</cp:coreProperties>
</file>